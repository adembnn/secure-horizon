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fenêtres, le même site, l'un piraté : à l'œil, impossible à dire. Ce jour-là, on perd ce qu'on lui a laissé le droit de prendre. 47,6 % des droits de dépense non nuls lus dans un échantillon de blocs Ethereum sont illimités (34,2 % sur Avalanche C-Chain), mesure interne, des événements et non des personnes, non représentative ; dire 48 % à l'oral, jamais « la norme ». Source : livrables/CHIFFRES.md B1.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est une extension Chrome posée devant le portefeuille existant. Elle ne tient aucune clé et ne signe rien. La personne écrit ce qu'elle veut faire ; du code lit montant, jeton et adresse dans la demande et compare. Trois réponses : « Ça correspond, d'après ce que Hold up sait lire. Ce n'est pas une garantie. », « Ça ne correspond pas » (Annuler visible), « Je n'ai pas pu vérifier ». Règles de base indépendantes de la phrase. D'après le code public de MetaMask, « illimité » est affiché sans alerte propre pour une adresse non listée comme malveillante, et rien ne le rapproche de ce que la personne voulait donner.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Scène d'Adem (livrables/pitch_v7/DEMO_DEROULE.md). Vrai Chromium avec l'extension, portefeuille simulé, copie locale d'Avalanche, jetons de démo déclarés à la main. « 100 vers 0 » : script preuve.mjs qui envoie sur la chaîne les mêmes demandes que la page, compte de test neuf (hors navigateur). Avec Hold up : approve ramené à 50 USDC, droit final lu 50 USDC (audit, tableau b). Le droit de 50 part chez le pirate : perte bornée, pas évitée. Ne jamais dire « le pirate ne prend rien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web (webdemo/RAPPORT_REVOQUER.md) : portefeuille, transaction et plafond simulés, 25 tests du module, 135 vérifications de la page. Hold up prépare la demande de retrait (approve à 0, setApprovalForAll false, Permit2 approve à 0) ; le portefeuille la signe, jamais Hold up. Un clic seulement si une transaction suffit. Permit EIP-2612, DAI et Permit2 signé : plusieurs étapes, pas de bouton. Non branché dans l'extension (audit, point 7). Fiche d'incident : ce qui a été demandé, montré, décidé ; chaque ligne se rejoue.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LI.FI, 16 juillet 2024 : 11,6 M$ pris à 153 portefeuilles en approbation illimitée, rien aux approbations finies, selon le rapport de LI.FI (source [A], éditeur). Les victimes avaient choisi l'illimité alors que le défaut était fini. Chiffres sur la slide, pas à l'oral (quatre chiffres seulement). Source : livrables/CHIFFRES.md B7.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250 cas (150 arnaques, 100 jumeaux honnêtes), écrits sans lire nos règles, sha256 publié, ouverts une fois le 11 oct. 2026, moteur figé (74203da, 3 fichiers non commités notés au journal). Signalé = avertissement ou rouge. (a) code seul : 87,3 % [81,1 ; 91,7], rouge seul 76,0 %, faux rouges 15,0 % [9,3 ; 23,3], faux avertissement ou rouge 30 %. (c) sans phrase : 64,7 %. (b) Clef : 88,7 %, 16,0 %. Critères publiés avant : rappel au moins 80 % atteint, faux rouges au plus 10 % non atteint. 11 des 15 faux rouges : achat NFT à prix quasi nul. Limite : auteur de la même famille de modèles que ceux qui nous ont aidés ; cas synthétiques ; mesuré en Node. Ne plus citer le 1,3 % de la grille comme garantie. Source : CHIFFRES.md A6.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livré (D-015) : la phrase seule part vers le modèle Clef par un relais local qui garde la clé ; option sans réseau par mots-clés. Base légale et conservation non rédigées. Le modèle ne lit ni montants ni adresses et ne peut pas baisser une alerte du code. Cahier chaîné par hachage, y compris dans le build autonome : ligne modifiée, retirée ou déplacée au milieu détectée ; réécriture complète non détectée sans ancrage externe. Deux inexactitudes du journal relevées par l'audit (point 13). Aucune conformité revendiquée : DORA, MiCA, AI Act restent à la plateforme qui déploie (livrables/SLIDE_CONFORMITE.md).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 58 paires d'essai (moteur serveur) : 18 contrôlées, 7 en partie, 20 non, 13 non distinguées (preuves/exhaustivite/EXHAUSTIVITE_INTENTION.md, CHIFFRES A20). Hors périmètre : fraude voulue (7,2 Md$ de plaintes en 2025 selon l'IC3, B8), Ledger direct, téléphone. Jamais essayé avec un vrai MetaMask. Démonstration sur une copie locale d'Avalanche ; déploiement Fuji préparé et répété, non exécuté (D-016). Revue de sécurité corrigée en Node, non vérifiée dans Chrome : ne pas dire « sécurisé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 (research/titouan/BM2/BM_MODELE.md) : gratuit pour la personne. Paient ceux qui portent la perte : M1, API « verdict avant retrait » pour exchanges et fintechs (premier revenu visé) ; M2, licence SDK pour portefeuilles et plateformes (premier pilote, peut-être non payé) ; M3, mandats pour agents qui dépensent (prospectif, à 2 ans). Pilotes B2B recherchés maintenant. Prix envisagés : hypothèses, aucun client, aucun prix de marché comparable. Promesse de Titouan : cesser de donner plus que nécessaire, car on s'expose en le faisant. Fin d'Adem : on ne sait pas quel site sera piraté, on décide de ce qu'on lui laisse.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LDU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service peut être compromis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 (site fictif)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Échanger 50 USDC contre AVAX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97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site demande : le droit de dépenser tout votre USDC, sans date de fin.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371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48 %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23774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droits de dépense lus sur Ethereum sont illimités. Mesure interne, échantillon de blocs.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3291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double de toutes les clés de la maison, donné au plombier.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Écrire, comparer, laisser décider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J'écris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échanger 50 USDC contre AVAX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91840" y="1371600"/>
            <a:ext cx="2560320" cy="109728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 demande arrive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 sur tout l'USDC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1371600"/>
            <a:ext cx="25603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Hold up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 ne correspond pas à ce que tu as écrit.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7432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 : « d’après ce que Hold up sait lire ». Pas une garantie.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correspond pas : une ligne d’explication, Annuler visible, droit ramené au montant écrit.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de base, même sans phrase : droit illimité vers une adresse inconnue, prise de contrôle d’un coffre.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un portefeuille : aucune clé, aucune signature. La personne garde le dernier geste.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même site, piraté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402336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Hold up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USDC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USDC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 illimité signé, le pirate se sert.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Hold up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 ne correspond pas.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2514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Annuler : rien ne part. Continuer : droit limité à 50 USDC.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 la chaîne, compte de test, copie locale d’Avalanche, portefeuille simulé.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l'alerte : révoquer en un clic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2651760" cy="246888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Révoquer ce droit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0574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up prépare le retrait. Ton portefeuille le signe. Hold up ne signe jamais.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46120" y="1371600"/>
            <a:ext cx="2651760" cy="246888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 d'incident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20574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a été demandé, ce qui a été montré, ce que tu as décidé.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371600"/>
            <a:ext cx="2651760" cy="246888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Cahier rejouable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20574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ligne se rejoue. Une ligne changée casse la chaîne.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web, portefeuille simulé. Pas encore dans l’extension. Un Permit signé ne se révoque pas en un clic.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C’est déjà arrivé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LI.FI, juillet 2024 : une faille chez un service honnête.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2103120"/>
            <a:ext cx="40233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Droits illimités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vidés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4663440" y="2103120"/>
            <a:ext cx="4023360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Droits limités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2697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 perdu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 portefeuilles, 11,6 M$, selon le rapport de LI.FI.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preuve : un jeu aveugle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Arnaques signalées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la phrase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926080" y="1691640"/>
            <a:ext cx="2958084" cy="320040"/>
          </a:xfrm>
          <a:prstGeom prst="rect">
            <a:avLst/>
          </a:prstGeom>
          <a:solidFill>
            <a:srgbClr val="59595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75604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65 %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la phrase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926080" y="2240280"/>
            <a:ext cx="3991356" cy="32004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08876" y="2194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Opérations honnêtes en rouge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fixé avant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926080" y="3200400"/>
            <a:ext cx="457200" cy="320040"/>
          </a:xfrm>
          <a:prstGeom prst="rect">
            <a:avLst/>
          </a:prstGeom>
          <a:solidFill>
            <a:srgbClr val="59595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4720" y="3154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10 %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Mesuré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926080" y="3703320"/>
            <a:ext cx="685800" cy="320040"/>
          </a:xfrm>
          <a:prstGeom prst="rect">
            <a:avLst/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03320" y="3657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15 %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manqué, surtout des achats de NFT à prix presque nul. Auteur : une IA de la même famille que celle qui nous a aidés. Pas encore un test humain.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phrase, le code, le cahier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2651760" cy="265176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phrase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0574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seule vers un modèle hébergé, par un relais sur la machine. Jamais les montants ni les adresses.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46120" y="1371600"/>
            <a:ext cx="2651760" cy="265176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code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20574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montants, jetons, adresses et compare. Le modèle ne peut pas baisser une alerte du code.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371600"/>
            <a:ext cx="2651760" cy="265176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cahier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20574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Numéroté et chaîné. Une page changée ou arrachée se voit. Réécrit en entier : pas encore.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personne garde le dernier geste. Aucune conformité déclarée.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Contrôlé aujourd'hui, pas encore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402336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Contrôlé aujourd'hui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9202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montant d’un droit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paiement : montant, jeton, destinataire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second droit glissé dans un lot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prise de contrôle du compte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137160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encore, ou hors périmètre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9202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sens d’un échange, la contrepartie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qui le droit est donné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fraude que vous voulez vraiment faire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en direct, téléphone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vrai MetaMask : jamais essayé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 locale d’Avalanche. Déploiement Fuji préparé, non exécuté.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Cesser de donner plus que nécessaire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 pour la personne. Paient ceux qui remboursent la fraude.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2651760" cy="118872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Exchanges, fintechs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« verdict avant retrait »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828800"/>
            <a:ext cx="2651760" cy="118872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Portefeuilles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SDK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0" y="1828800"/>
            <a:ext cx="2651760" cy="118872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7220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qui dépensent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Mandats écrits (demain)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cherchons des pilotes dès maintenant.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 sait pas quel site sera piraté. On décide de ce qu'on lui laisse.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Hold up</dc:title>
  <dc:subject>PptxGenJS Presentation</dc:subject>
  <dc:creator>Adem et Titouan</dc:creator>
  <cp:lastModifiedBy>Adem et Titouan</cp:lastModifiedBy>
  <cp:revision>1</cp:revision>
  <dcterms:created xsi:type="dcterms:W3CDTF">2026-10-11T08:04:35Z</dcterms:created>
  <dcterms:modified xsi:type="dcterms:W3CDTF">2026-10-11T08:04:35Z</dcterms:modified>
</cp:coreProperties>
</file>