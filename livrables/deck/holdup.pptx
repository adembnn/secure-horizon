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Camille a un wallet normal. Un message promet une récompense. Le site lui fait signer un message gratuit, sans frais, et son USDC part. En 2025, 106 106 victimes et 83,85 M$ perdus par hameçonnage de signatures, selon ScamSniffer.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Cible : le particulier avec un wallet normal, atteint par le wallet ou la plateforme. Pas de témoignage d'utilisateur : la douleur vient des pertes publiées, pas d'entretiens.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 de score de risque : une phrase de chaque côté. Annuler est toujours visible. Hold up ne dit jamais protégé ni vert, il avertit, ralentit et explique. Le verdict vient de règles écrites en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Chaîne locale répliquant Avalanche : gratuite, rejouable. Plus de 30 scénarios prévus, la moitié honnêtes, donc des fausses alertes visibles. Fuji : pas déployé quand ce deck est écrit, on ne le montre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Notre taux de fausses alertes critiques est trop haut, on le dit. Le chiffre qui compte est celui du jeu aveugle, hash publié avant le test, résultat à mesurer. Latence du verdict : 30 à 50 ms en local sur 8 requêtes types, sans réseau. Un temps de détection d'incident n'existe pas : le moteur juge une requête avant signature.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le modèle se trompe, qui est responsable ? Le verdict vient de règles versionnées, la personne décide, le journal garde la version des règles. L'ancrage sur Fuji n'est pas déployé : on ne l'affirme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 de taille de marché : aucune source dans le dépôt. Des scanners existent (Blockaid dans Core, Pocket Universe, Rabby). Notre différence : l'intention déclarée et le ralentissement, pas la réputation d'adresse.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 de biographie : deux ingénieurs, le code est dans le dépôt. Ce qu'on demande : un test avec un vrai wallet et un jeu d'attaques écrit par quelqu'un d'autre.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LDUP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up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signature gratuite a vidé le compte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371600"/>
            <a:ext cx="3931920" cy="3108960"/>
          </a:xfrm>
          <a:prstGeom prst="rect">
            <a:avLst/>
          </a:prstGeom>
          <a:solidFill>
            <a:srgbClr val="F5F5F5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Glacier Rewards (site fictif)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20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 récompense est prête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4231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 ce message pour vérifier ton compte. Aucun frais.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85800" y="342900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429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Réclamer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4630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D92D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83,85 M$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4846320" y="24688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volés à 106 106 victimes en 2025 par hameçonnage de signatures (ScamSniffer)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846320" y="3474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 et Permit2 : environ 38 % des pertes des cas supérieurs à 1 M$.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particulier avec un wallet normal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463040"/>
            <a:ext cx="2606040" cy="2468880"/>
          </a:xfrm>
          <a:prstGeom prst="rect">
            <a:avLst/>
          </a:prstGeom>
          <a:solidFill>
            <a:srgbClr val="F5F5F5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6459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1488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MetaMask, Rabby, Core. Pas technique, parfois sous la pression d'un faux support.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246120" y="1463040"/>
            <a:ext cx="2606040" cy="2468880"/>
          </a:xfrm>
          <a:prstGeom prst="rect">
            <a:avLst/>
          </a:prstGeom>
          <a:solidFill>
            <a:srgbClr val="F5F5F5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29000" y="16459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21488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Juste avant de signer ou d'envoyer, souvent pendant un appel ou une conversation.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035040" y="1463040"/>
            <a:ext cx="2606040" cy="2468880"/>
          </a:xfrm>
          <a:prstGeom prst="rect">
            <a:avLst/>
          </a:prstGeom>
          <a:solidFill>
            <a:srgbClr val="F5F5F5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0" y="16459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Douleur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6217920" y="21488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Elle lit « Signer » et ne voit pas le droit qu'elle donne.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de Safe, pas d'EIP-7702, pas de matériel dédié : le wallet que la personne a déjà.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crois / En vrai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325880"/>
            <a:ext cx="8229600" cy="315468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508760"/>
            <a:ext cx="1188720" cy="347472"/>
          </a:xfrm>
          <a:prstGeom prst="roundRect">
            <a:avLst>
              <a:gd name="adj" fmla="val 26316"/>
            </a:avLst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11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crois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860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signe un simple message, sans payer de frais.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011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2D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vrai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228600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2D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Cette signature gratuite laisse le site prendre tes jetons.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31520" y="3749040"/>
            <a:ext cx="21945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749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Annuler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108960" y="3749040"/>
            <a:ext cx="2926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08960" y="3749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Continuer quand même (retardé)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Démo : le Hold up Lab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325880"/>
            <a:ext cx="2011680" cy="914400"/>
          </a:xfrm>
          <a:prstGeom prst="rect">
            <a:avLst/>
          </a:prstGeom>
          <a:solidFill>
            <a:srgbClr val="F5F5F5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" y="1417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attaque, construite par le jury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108960" y="1325880"/>
            <a:ext cx="2743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246120" y="14173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Hold up dit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943600" y="1325880"/>
            <a:ext cx="27432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2D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80760" y="13716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arrive sur la chaîne si on signe (exécution, puis retour en arrière)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468880" y="1783080"/>
            <a:ext cx="64008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457200" y="2560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moteur, deux portes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57200" y="2971800"/>
            <a:ext cx="4023360" cy="1554480"/>
          </a:xfrm>
          <a:prstGeom prst="rect">
            <a:avLst/>
          </a:prstGeom>
          <a:solidFill>
            <a:srgbClr val="F5F5F5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Extension, avant la signature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Seule à voir les signatures hors chaîne, comme un Permit.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663440" y="2971800"/>
            <a:ext cx="4023360" cy="1554480"/>
          </a:xfrm>
          <a:prstGeom prst="rect">
            <a:avLst/>
          </a:prstGeom>
          <a:solidFill>
            <a:srgbClr val="F5F5F5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RPC de garde, après la signature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846320" y="342900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Avant la diffusion : envois tapés dans le wallet, mobile. Retraits de plateforme : coller et vérifier à la main.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nous mesurons, et ce que nous ne savons pas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383280"/>
                <a:gridCol w="21945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Résultat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Lecture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TEST, ouvert une fois, avant correctifs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Rappel 94,5 % (104/110). Fausses alertes critiques 23,1 % (18/78).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2D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Écrit par nous. Trop de fausses alertes.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DEV, règles réglées dessus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252/252 et 0/90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Non-régression, pas une mesure.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Opérations honnêtes Avalanche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Critique 22/123 (17,9 %). 69 % reçoivent un écran.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2D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Fatigue d'alerte : première limite.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Jeux aveugles, produit réel, Lab (30+ scénarios)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92D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À mesurer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Hash publié avant le test.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Rappel : avertissement ou critique. Fausse alerte : opération honnête classée critique.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décision, une preuve, un rejeu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371600"/>
            <a:ext cx="8229600" cy="2926080"/>
          </a:xfrm>
          <a:prstGeom prst="rect">
            <a:avLst/>
          </a:prstGeom>
          <a:solidFill>
            <a:srgbClr val="FFF4F2"/>
          </a:solidFill>
          <a:ln w="9525">
            <a:solidFill>
              <a:srgbClr val="D92D2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21945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D92D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ATTENTE : livrables/SLIDE_CONFORMITE.md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8346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Cette slide lira ce fichier au prochain lancement de build_deck.js. Ne pas présenter tant que ce cadre est visible.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CSF 2.0 : Detect, Respond.   ATT&amp;CK : T1566, T1657.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Gratuit pour les personnes, intégration payante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371600"/>
            <a:ext cx="402336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508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Particuliers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01168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 gratuite. Porte d'entrée et démonstration.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663440" y="1371600"/>
            <a:ext cx="4023360" cy="2286000"/>
          </a:xfrm>
          <a:prstGeom prst="rect">
            <a:avLst/>
          </a:prstGeom>
          <a:solidFill>
            <a:srgbClr val="F5F5F5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46320" y="1508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Wallets et plateformes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201168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Intégration payante : le moteur et le journal vérifiable derrière leur propre interface.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Prix non fixé. Aucun client, aucune étude de marché dans le dépôt. Qui paie côté particulier : question ouverte.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Adem et Titouan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371600"/>
            <a:ext cx="2377440" cy="914400"/>
          </a:xfrm>
          <a:prstGeom prst="rect">
            <a:avLst/>
          </a:prstGeom>
          <a:solidFill>
            <a:srgbClr val="F5F5F5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63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Adem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Responsable technique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68880"/>
            <a:ext cx="2377440" cy="914400"/>
          </a:xfrm>
          <a:prstGeom prst="rect">
            <a:avLst/>
          </a:prstGeom>
          <a:solidFill>
            <a:srgbClr val="F5F5F5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2560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Titouan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9718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Ingénieur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20040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2D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nous ne faisons pas encore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3200400" y="187452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Testé avec un vrai MetaMask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Modèle de langage non appelé dans la version actuelle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Ancrage Fuji non déployé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Mesure sur de vrais utilisateurs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qu'on vous demande : attaquez le Lab.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9595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Hold up</dc:title>
  <dc:subject>PptxGenJS Presentation</dc:subject>
  <dc:creator>Adem et Titouan</dc:creator>
  <cp:lastModifiedBy>Adem et Titouan</cp:lastModifiedBy>
  <cp:revision>1</cp:revision>
  <dcterms:created xsi:type="dcterms:W3CDTF">2026-10-11T02:39:31Z</dcterms:created>
  <dcterms:modified xsi:type="dcterms:W3CDTF">2026-10-11T02:39:31Z</dcterms:modified>
</cp:coreProperties>
</file>