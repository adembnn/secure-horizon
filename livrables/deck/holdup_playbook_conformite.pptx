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Déclencheur : une demande de signature ou de transaction arrive ; Hold up la retient avant le portefeuille et la compare à la phrase écrite par la personne. Trois réponses possibles : ça correspond, ça ne correspond pas, je n’ai pas pu vérifier. L’humain reste dans la boucle à chaque étape : il écrit ce qu’il veut, il annule ou il continue, il signe lui-même. Hold up ne signe jamais et n’envoie jamais rien à sa place. Non fait : alerte poussée à un tiers, classification DORA, ancrage sur Fuji. Détail : livrables/PLAYBOOK_REPONSE.md.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Nous ne déclarons Hold up conforme à aucun de ces textes. Un particulier qui signe avec son portefeuille n’y est pas soumis : le lecteur régulé est la plateforme qui intégrerait Hold up, et les obligations restent les siennes. Ce que nous lui donnons : une trace datée de chaque décision, et un moyen de la rejouer. Sur l’IA : un modèle hébergé (Clef) lit la phrase, seule ; il ne lit ni les montants ni les adresses, du code s’en charge, et il ne peut pas abaisser une alerte du code. Limites : le journal ne garde pas encore la phrase écrite ni la réponse du modèle ; sans ancrage externe, une réécriture complète du journal ne se voit pas. Articles et sources : livrables/SLIDE_CONFORMITE.md.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LDUP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Hold up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3B3B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3B3B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Playbook de réponse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Qui est alerté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55448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personne devant l’écran, avant que son portefeuille ne s’ouvre.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plateforme qui intègre Hold up lit le journal sur sa machine.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Alerte poussée à un tiers : non fait.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2560320" y="1143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Automatique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155448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Retenir la demande avant le portefeuille.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Comparer la phrase écrite à ce que la demande fait vraiment.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Limiter une autorisation trop large au montant écrit.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Imposer 30 s d’attente quand ça ne correspond pas.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Écrire le verdict et la décision au journal.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143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Reste humain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55448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Écrire ce que l’on veut faire.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Annuler ou continuer : la décision n’est jamais prise à sa place.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Signer dans son portefeuille. Hold up ne signe jamais.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Signer le retrait d’une autorisation, que Hold up prépare.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Porter plainte, prévenir sa plateforme ou son assureur.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1143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Documenté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155448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journal local, chaîné par hachage : une ligne de verdict, une ligne de décision par demande.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 la phrase écrite, ni l’adresse du compte n’y figurent.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Fiche d’incident sur demande (JSON et HTML).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Ancrage de la racine du journal : testé sur chaîne locale, pas sur Fuji.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 a été joué par un script sur une chaîne locale, avec des données synthétiques.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3B3B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Conformité : une décision, une trace, un rejeu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 up ne revendique aucune conformité. Le régulé est la plateforme qui l’intègre : voici ce qu’il lui fournit.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Hold up donne à la plateforme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nous ne disons pas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DORA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ligne horodatée et chaînée par décision : matière pour le registre des incidents de la plateforme.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Classer ou déclarer un incident : non fait.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2194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L’heure, le niveau et les règles de chaque réponse donnée à la personne, conservés sur sa machine.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 remplace aucune obligation du prestataire.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697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LCB-FT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2697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preuve datée qu’une alerte a été montrée avant une signature.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 filtrage, aucune surveillance, aucune déclaration de soupçon.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200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Act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3200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modèle lit la phrase, seule. Le code compare montants et adresses ; le modèle ne peut pas abaisser son alerte.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76072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Aucune qualification de Hold up au regard du texte.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Comment un auditeur vérifie une décision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3B3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commande recalcule la chaîne de hachage du journal, rejoue le moteur sur la demande et retrouve la règle qui a répondu. Exécutée sur un journal de test : 6 décisions sur 6 rejouées.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3B3B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Hold up : playbook de réponse et conformité</dc:title>
  <dc:subject>PptxGenJS Presentation</dc:subject>
  <dc:creator>Adem et Titouan</dc:creator>
  <cp:lastModifiedBy>Adem et Titouan</cp:lastModifiedBy>
  <cp:revision>1</cp:revision>
  <dcterms:created xsi:type="dcterms:W3CDTF">2026-10-11T08:43:47Z</dcterms:created>
  <dcterms:modified xsi:type="dcterms:W3CDTF">2026-10-11T08:43:47Z</dcterms:modified>
</cp:coreProperties>
</file>