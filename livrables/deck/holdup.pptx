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bloc 2). LI.FI, 16 juillet 2024 : 11,6 M$ pris à 153 portefeuilles qui avaient laissé une approbation illimitée, rien aux approbations finies, selon le rapport de LI.FI (li.fi/knowledge-hub/incident-report-16th-july, source éditeur ; CHIFFRES.md B7). À dire si on le demande : le montant fini était déjà le réglage par défaut de LI.FI, les 153 avaient choisi l'illimité ; et c'est sur plusieurs chaînes, pas un chiffre Avalanche. Postulat : tout service en ligne finira par être piraté ; la question devient « qu'est-ce que je lui ai laissé le droit de prendre ce jour-là ». Sur Avalanche C-Chain, 34,2 % [33,6 ; 34,9] des droits de dépense non nuls lus sont illimités (7 103 sur 20 753) : mesure interne, des événements et non des personnes. Ne pas citer 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mesures différentes, ne pas les mélanger. (1) Extension, réserve scellée (preuves/RESULTAT_RESERVE_MOTS.md, commit 61dbe40) : preuves/panel/RESERVE.jsonl, 2 673 paires, ouverte une fois le 11 oct. 2026. Demandes non conformes : 1 789, dont 1 334 attrapées (74,6 %), 0 laissée passer sans alerte, 455 en « je n'ai pas pu vérifier » (25,4 %). Demandes conformes : 515, dont 190 « ça correspond », 71 fausses alertes (13,8 % des conformes, 27,2 % des conformes vérifiées), 254 en « pas pu vérifier ». Réserves : lecture de la phrase par mots-clés seulement, le bras avec Clef n'a pas été terminé ; build 6b9de2f, d'avant le nouvel habillage ; un fichier du code de décision était modifié hors commit au lancement ; la réserve est consommée. (2) Moteur de comparaison côté serveur, jeu aveugle de 250 cas (150 arnaques, 100 jumeaux honnêtes) : 87,3 % signalées avec la phrase, 64,7 % sans, faux rouges 15,0 % pour un seuil fixé avant à 10 %, manqué ; auteur des cas : une IA de la même famille que celle qui nous a aidés. Ne jamais dire « l'extension attrape 87 % ». Ne pas citer A11 ni A12 de CHIFFRES.md.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54864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153</a:t>
            </a:r>
            <a:endParaRPr lang="en-US" sz="13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portefeuilles vidés chez LI.FI en juillet 2024 : 11,6 millions de dollars.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Tous avaient laissé une autorisation illimitée. Ceux qui l’avaient limitée n’ont rien perdu.</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4" name="Text 11"/>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pic>
        <p:nvPicPr>
          <p:cNvPr id="6"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 que l’extension a trouvé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preuves/RESULTAT_RESERVE_MOTS.md</a:t>
            </a:r>
            <a:endParaRPr lang="en-US" sz="1100" dirty="0"/>
          </a:p>
        </p:txBody>
      </p:sp>
      <p:sp>
        <p:nvSpPr>
          <p:cNvPr id="5" name="Text 2"/>
          <p:cNvSpPr txBox="1"/>
          <p:nvPr/>
        </p:nvSpPr>
        <p:spPr>
          <a:xfrm>
            <a:off x="45720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1 334</a:t>
            </a:r>
            <a:endParaRPr lang="en-US" sz="8000" dirty="0"/>
          </a:p>
        </p:txBody>
      </p:sp>
      <p:sp>
        <p:nvSpPr>
          <p:cNvPr id="6" name="Text 3"/>
          <p:cNvSpPr txBox="1"/>
          <p:nvPr/>
        </p:nvSpPr>
        <p:spPr>
          <a:xfrm>
            <a:off x="45720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demandes piégées attrapées, sur 1 789. Aucune n’est passée sans alerte.</a:t>
            </a:r>
            <a:endParaRPr lang="en-US" sz="1600" dirty="0"/>
          </a:p>
        </p:txBody>
      </p:sp>
      <p:sp>
        <p:nvSpPr>
          <p:cNvPr id="7" name="Text 4"/>
          <p:cNvSpPr txBox="1"/>
          <p:nvPr/>
        </p:nvSpPr>
        <p:spPr>
          <a:xfrm>
            <a:off x="484632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14 %</a:t>
            </a:r>
            <a:endParaRPr lang="en-US" sz="8000" dirty="0"/>
          </a:p>
        </p:txBody>
      </p:sp>
      <p:sp>
        <p:nvSpPr>
          <p:cNvPr id="8" name="Text 5"/>
          <p:cNvSpPr txBox="1"/>
          <p:nvPr/>
        </p:nvSpPr>
        <p:spPr>
          <a:xfrm>
            <a:off x="484632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 fausses alertes : 71 demandes honnêtes sur 515.</a:t>
            </a:r>
            <a:endParaRPr lang="en-US" sz="1600" dirty="0"/>
          </a:p>
        </p:txBody>
      </p:sp>
      <p:sp>
        <p:nvSpPr>
          <p:cNvPr id="9" name="Text 6"/>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Banc d’essai scellé, ouvert une seule fois.</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Les 4 fois : « Continuer » malgré l’alerte. La testeuse est un agent qui joue une personne prudente.</a:t>
            </a:r>
            <a:endParaRPr lang="en-US" sz="16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2026-10-11T09:40:56Z</dcterms:created>
  <dcterms:modified xsi:type="dcterms:W3CDTF">2026-10-11T09:40:56Z</dcterms:modified>
</cp:coreProperties>
</file>